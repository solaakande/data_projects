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</p:sldMasterIdLst>
  <p:sldIdLst>
    <p:sldId id="256" r:id="rId2"/>
    <p:sldId id="268" r:id="rId3"/>
    <p:sldId id="266" r:id="rId4"/>
    <p:sldId id="265" r:id="rId5"/>
    <p:sldId id="261" r:id="rId6"/>
    <p:sldId id="267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5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9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4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0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2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3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145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86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222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11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11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57ACE-36FC-4BB5-AE0A-5902189A4B4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7F6CD6E-2086-4DB9-95AF-1BDCF0FF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8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  <p:sldLayoutId id="2147484031" r:id="rId13"/>
    <p:sldLayoutId id="2147484032" r:id="rId14"/>
    <p:sldLayoutId id="2147484033" r:id="rId15"/>
    <p:sldLayoutId id="21474840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2112790-F62C-4999-80D1-8EC9DCAB6C6B}"/>
              </a:ext>
            </a:extLst>
          </p:cNvPr>
          <p:cNvSpPr txBox="1">
            <a:spLocks/>
          </p:cNvSpPr>
          <p:nvPr/>
        </p:nvSpPr>
        <p:spPr>
          <a:xfrm>
            <a:off x="1523999" y="4447240"/>
            <a:ext cx="9144000" cy="2210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Solagbade Akande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&lt; 2417206 &gt;</a:t>
            </a:r>
          </a:p>
          <a:p>
            <a:pPr>
              <a:lnSpc>
                <a:spcPct val="170000"/>
              </a:lnSpc>
            </a:pPr>
            <a:r>
              <a:rPr lang="en-US" altLang="en-US" sz="7200" dirty="0">
                <a:latin typeface="Arial" panose="020B0604020202020204" pitchFamily="34" charset="0"/>
              </a:rPr>
              <a:t>&lt; 7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 November 2024 &gt;</a:t>
            </a:r>
          </a:p>
          <a:p>
            <a:pPr>
              <a:lnSpc>
                <a:spcPct val="170000"/>
              </a:lnSpc>
            </a:pP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16ABC5-4FA0-4E57-90A0-A196A7FB674D}"/>
              </a:ext>
            </a:extLst>
          </p:cNvPr>
          <p:cNvSpPr txBox="1">
            <a:spLocks/>
          </p:cNvSpPr>
          <p:nvPr/>
        </p:nvSpPr>
        <p:spPr>
          <a:xfrm>
            <a:off x="1210235" y="2537425"/>
            <a:ext cx="9771529" cy="11947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Unpacking Income Disparities: A Socioeconomic Analysis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Exploring the Dynamics of Income Inequality Across Diverse Demographics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060368-D139-4FE6-8CFF-A7340B8C9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1" y="761729"/>
            <a:ext cx="75723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7CS034 - Data Science Assessment Presentation</a:t>
            </a:r>
          </a:p>
          <a:p>
            <a:endParaRPr lang="en-US" dirty="0"/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Mathematics and Computer Science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Faculty of Science and Engineering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66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D801-C818-4188-A06D-A0E2D58B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07" y="651819"/>
            <a:ext cx="9086457" cy="60894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Exploring Income Disparities through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F026-B9F1-4E5C-8151-A33631FDB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127" y="1413598"/>
            <a:ext cx="10515600" cy="52781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Investigate the factors driving income disparities across demographics.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Insights from in-depth analysis on a demographic census data set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(Household Census Data, 2021)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Uncovering interactions between key variables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Bringing findings to life with impactful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visualizations (Wickham et al., 2023)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Steps: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Cleaning ➔ Analysis ➔ Visualization ➔ Insights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Variables: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Income, Age, Gender, Education Level, Marital Status</a:t>
            </a:r>
          </a:p>
          <a:p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Statistic Preview: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Overall gender-based income gap of about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88.45%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observed</a:t>
            </a:r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 education be the key to bridging this income gap? Let’s explore…</a:t>
            </a:r>
          </a:p>
        </p:txBody>
      </p:sp>
    </p:spTree>
    <p:extLst>
      <p:ext uri="{BB962C8B-B14F-4D97-AF65-F5344CB8AC3E}">
        <p14:creationId xmlns:p14="http://schemas.microsoft.com/office/powerpoint/2010/main" val="301006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47F3-B307-46FA-B0D1-914ACF43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963"/>
            <a:ext cx="10515600" cy="54927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Education as a Pathway to Financial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2F18-6B5B-44FB-B4EB-982A3529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73" y="1101091"/>
            <a:ext cx="4821381" cy="546763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Key Insight: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Education boosts income, though gains vary.</a:t>
            </a:r>
            <a:endParaRPr lang="en-US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Masters+ Earn Most: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Higher degrees yield top average incomes.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Below Secondary Earn Least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Lower education limits earning potential.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Yet, do these educational gains impact everyone equally? The next slide reveals the gender-specific story behind the numbers.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3C3AD-70D2-4DD2-820E-72A40FDBF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291143"/>
            <a:ext cx="5846619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1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47F3-B307-46FA-B0D1-914ACF43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3" y="459435"/>
            <a:ext cx="11928763" cy="64892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 Men and Women with Similar Education Earn Equally?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2F18-6B5B-44FB-B4EB-982A3529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563" y="1211154"/>
            <a:ext cx="4800600" cy="54171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ur analysis uncovers a new finding: in this population, women earn more than men across all education levels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especially at advanced levels.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Takeaway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Education raises incomes, but systemic barriers sustain gender gaps.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Next, we explore if women earn more than men across demographics and what drives higher earnings for women.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39F8A1-219C-4FA2-931B-0EBBB6707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236" y="1440872"/>
            <a:ext cx="5604622" cy="49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61359C-DB3D-41D8-B6D6-A89638CC0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09" y="2921827"/>
            <a:ext cx="5140036" cy="37699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37DFAD-1821-4952-AD1A-CF3E850B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9" y="166255"/>
            <a:ext cx="10515600" cy="102951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 Women Out-earn Men Across All Demographics in This Census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B6480-FFF8-4073-B1C1-133078FE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09" y="1014077"/>
            <a:ext cx="10515600" cy="17830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Women, on average, earn more than men in this dataset—an unusual trend compared to typical income patterns.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Education and Age are significant factors driving women's higher income.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8A68CB-AA09-44DD-976F-7E97049A9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093" y="2921827"/>
            <a:ext cx="5140036" cy="376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76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DFAD-1821-4952-AD1A-CF3E850B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507321"/>
            <a:ext cx="10515600" cy="497541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Set Limitations and Key Insights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B6480-FFF8-4073-B1C1-133078FE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28" y="1004862"/>
            <a:ext cx="7190508" cy="552552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Scope &amp; Missing Data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Limited demographics and missing values, especially in income and marital status, may impact accuracy.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Income Outliers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High-income outliers (up to £720,000) could distort analysis.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Gender Encoding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'Female' column uses 0 for Female and 1 for Male, which may cause confusion with conventional binary notation.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Correlation vs. Causation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Relationships observed here are correlational, not causal.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The dataset suggests that women in this population earn more than men, potentially due to holding higher-paying roles, with education being a significant factor. However, without specific job titles, this remains an assumption. Further research is recommended to explore earnings factors and examine barriers for men.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B6DEF1-0DAE-4A56-9FDB-7BF7F5B04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36" y="1177230"/>
            <a:ext cx="3754582" cy="535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7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E2BA-A7C2-48B5-97F1-2A450AE5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70280"/>
            <a:ext cx="8911687" cy="53026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17041-6063-49F0-8BB6-E257251E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744" y="900545"/>
            <a:ext cx="10425545" cy="58472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Household Census Data, England 2021 (2021) Modified dataset provided for assessment purposes.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Parkes, A. (2024). 7CS034 Data Science: Lecture notes. University of Wolverhampton.</a:t>
            </a:r>
          </a:p>
          <a:p>
            <a:pPr>
              <a:buFont typeface="Wingdings 3" charset="2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Wickham, H., Çetinkaya-Rundel, M., &amp; Grolemund, G. (2023). R for Data Science. 2nd ed. O'Reilly.</a:t>
            </a:r>
          </a:p>
          <a:p>
            <a:pPr marL="0" indent="0">
              <a:lnSpc>
                <a:spcPct val="160000"/>
              </a:lnSpc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355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8660</TotalTime>
  <Words>531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PowerPoint Presentation</vt:lpstr>
      <vt:lpstr>Exploring Income Disparities through Data Analysis</vt:lpstr>
      <vt:lpstr>Education as a Pathway to Financial Stability</vt:lpstr>
      <vt:lpstr>Do Men and Women with Similar Education Earn Equally?</vt:lpstr>
      <vt:lpstr>Do Women Out-earn Men Across All Demographics in This Census Data?</vt:lpstr>
      <vt:lpstr>Data Set Limitations and Key Insights 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"Unpacking Income Disparities: A Socioeconomic Analysis"</dc:title>
  <dc:creator>HP</dc:creator>
  <cp:lastModifiedBy>HP</cp:lastModifiedBy>
  <cp:revision>63</cp:revision>
  <dcterms:created xsi:type="dcterms:W3CDTF">2024-10-31T16:45:46Z</dcterms:created>
  <dcterms:modified xsi:type="dcterms:W3CDTF">2024-11-07T10:13:11Z</dcterms:modified>
</cp:coreProperties>
</file>